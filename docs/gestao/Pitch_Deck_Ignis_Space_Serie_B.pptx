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IGNIS SPACE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ORBITAL PARA CUBESATS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Série B — Julho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proibitivo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 lançar um foguete próprio é inviável para a maioria das empresas de dados e pesquisa.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fragmentado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 e startups de geodados têm satélites prontos, mas poucas rotas confiáveis para colocá-los em órbita.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Burocracia regulatória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Navegar licenciamento, seguro e autorização de lançamento sozinho consome tempo e expertise que a maioria não 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orbital sob demanda para CubeSats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massa e janela orbital — sem precisar de um foguete inteiro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equipe cuida da compatibilidade técnica e da integração física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Veículo Ignis Vector-1 opera o lançamento, com licenciamento AEB já resolvido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concluída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188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 confirmadas em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R$ 6,3M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28116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orçamentos abertos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em carteira: Nebula Geodata · Constelar Telecom · AgroVisão · Litoral Blue · Instituto Vale do Paraíba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missão: MSN-2026-014 — janela de lançamento em 20 de setembro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receita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de cobrança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Bloco-base (até 50 kg)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Tarifa fixa por missão, órbita 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Massa excedente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incremental por kg adicional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técnica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única por carga integrada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Seguro de lançamento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Percentual sobre o valor da carga (rateado)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projetada via pipeline comercial ativo (3 propostas formalizadas, R$ 6,29M — ORC-2026-028, 031 e 033)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fundador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882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Augusto Monteiro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e Cofundador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9214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Beatriz Salomão Ferreira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e Cofundadora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9546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 Luiz Barreto Correia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Financeiro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buscamos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 w="19050">
            <a:solidFill>
              <a:srgbClr val="F26B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Complementação da rodada Série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capital: expansão de capacidade de lançamento, ampliação do time de operações e aceleração do pipeline comercial em curso.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Contato: Rafael Augusto Monteiro — CEO — rafael.monteiro@ignisspace.com.br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2026-08-04T22:06:00Z</dcterms:created>
  <dcterms:modified xsi:type="dcterms:W3CDTF">2026-08-04T22:06:00Z</dcterms:modified>
</cp:coreProperties>
</file>